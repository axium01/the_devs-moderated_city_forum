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A38E9-E2DA-C449-6DE8-FD1CEBB2E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6BAF8C-9EEF-195A-6EB4-00171EAD54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3E177-54A1-B133-E4CD-6007C07AE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3709-2AFD-4F19-BAF1-C95AD50C2C01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35DCD-C85E-7360-2697-BAF121CD9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B1A51-F180-3F1C-7147-B98CD4BEF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2414-2200-4496-B37A-1635EA714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709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26844-3A1F-46EA-CFD2-6CFFD5120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4490E-04AC-8DDA-9372-E853D7ABFC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94C546-44E9-8E48-06CD-9147704E8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3709-2AFD-4F19-BAF1-C95AD50C2C01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ED3AB-A328-D02D-03EA-390F4A875B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3749BD-3F84-C50E-D916-5BC9547F8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2414-2200-4496-B37A-1635EA714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33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C8212-AC64-7DBD-F045-AD6ABAE05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4C21C-07D7-11F7-B692-0AEB4AF9B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EE0A6-5963-DC7B-D2F2-A5B1E455E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3709-2AFD-4F19-BAF1-C95AD50C2C01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965A52-1B80-368E-DBC3-5982A0065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FB185-24E9-382A-C2F0-802E9FF8F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2414-2200-4496-B37A-1635EA714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60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BC984-A98A-E7FB-8035-BD8E5266A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F968A-A638-014A-6E4A-90BE346C4D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4A1AC-828D-6282-4811-06E6A2F64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65194-2D40-C9A2-AE70-981F9CCE3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3709-2AFD-4F19-BAF1-C95AD50C2C01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1FCE9-33EB-0E0E-734A-DC0BB2FEF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886CAB-2836-B062-2866-C37C3F26F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2414-2200-4496-B37A-1635EA714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655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70960-4C1F-EBD2-0BFF-4E9DAA780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362F5D-4C66-931E-555A-D4F3BBC9A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AEEE4-A290-2D3A-C5FC-F22F432A0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9AA9ED-90D9-2F84-3B16-3BFDAE8C3E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0DCABF-C24D-D3A1-B9C5-8C7CD658EE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FAB589-2176-B033-1A7F-81D69E83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3709-2AFD-4F19-BAF1-C95AD50C2C01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326E54-F958-D1BC-B8B3-8F2D158AE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7F2801-61DC-5A06-82BB-C2C496852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2414-2200-4496-B37A-1635EA714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5820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88D91-4222-6226-A529-A8E209D72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47A8F6-432F-4441-47D6-6B27CB987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3709-2AFD-4F19-BAF1-C95AD50C2C01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B2AC0E-61DC-3127-4496-EB0F26D94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78D83C-4DBF-F5D9-C27E-2CFD5EAE4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2414-2200-4496-B37A-1635EA714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651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7D123E-7159-1999-46ED-E7F6ABADE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3709-2AFD-4F19-BAF1-C95AD50C2C01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4D4941-0725-622E-B372-6361832AD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53330-8F37-CEF2-2E60-E341706C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2414-2200-4496-B37A-1635EA714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96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EE954-C29E-0691-3205-FB6562DD9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DF04A-94A8-40A5-E02C-3927BC35D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685572-E9F6-DE0B-BFC8-8E45F571F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75196-6C06-CC12-71BF-A4544A529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3709-2AFD-4F19-BAF1-C95AD50C2C01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68D35-7753-9263-F741-5FF19F03A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902D0B-116A-EFA1-64E6-94614E31C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2414-2200-4496-B37A-1635EA714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716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8B4C-74F0-39AE-014F-2D2CD917D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3551F4-2DE5-2064-CCE2-D0C452115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E9E00-8D99-3CBC-E9A0-B40C75F2B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E87E69-6B91-1BBE-84BC-06BD03D0F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3709-2AFD-4F19-BAF1-C95AD50C2C01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35A374-0510-6AAC-733A-F1C6AB863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3998F2-0783-2584-73B3-9A2692341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2414-2200-4496-B37A-1635EA714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057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F5C86-1A4A-2216-AEAA-07D004F8A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2D86A-F395-A3DF-7FA6-5E944B64EC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CFE28-E1A2-0C13-CC3C-876C14B3B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3709-2AFD-4F19-BAF1-C95AD50C2C01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A1242E-E5DA-D1B9-326F-01D6D16DE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AF59C-AD8E-C5DF-1D32-A0AD250C9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2414-2200-4496-B37A-1635EA714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27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12ACA3-DD60-7F7C-8587-B389AAA564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276B14-D808-C9B6-2692-5AFC5143A3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E73BB-A72B-6F51-B7DC-EC2487320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C3709-2AFD-4F19-BAF1-C95AD50C2C01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729FC-E6C8-F2E8-90A0-6911A11D7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63AD0A-20FD-10D0-AA34-97E83018B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112414-2200-4496-B37A-1635EA714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629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56873D-17AA-5622-3288-11E5AD692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4CCE7-13FF-F8AF-8B07-54183522F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C4D2B-1CC3-1651-E0FC-5C64A68EB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1C3709-2AFD-4F19-BAF1-C95AD50C2C01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93AF8-80BD-3683-3D29-CCC321F52A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35CB0-095A-F94D-4C83-E530B620CC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112414-2200-4496-B37A-1635EA714D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909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654AE-5194-34D0-D77F-F3D9EB0C70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Moderated City Forum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428437A-5AD6-A1BD-5F6E-6ADB8D45322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955988" y="4245253"/>
            <a:ext cx="82800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Devs (Sam Getahun, Gabriella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Kulondwa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Milo Wearn, Rick Carlin)</a:t>
            </a:r>
          </a:p>
        </p:txBody>
      </p:sp>
    </p:spTree>
    <p:extLst>
      <p:ext uri="{BB962C8B-B14F-4D97-AF65-F5344CB8AC3E}">
        <p14:creationId xmlns:p14="http://schemas.microsoft.com/office/powerpoint/2010/main" val="145545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7EE6-800C-8A62-7F14-B5E0AA6E2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Problem Are We Solving?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EA1E4A1-4291-BAF0-67AD-A044233F90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401129"/>
            <a:ext cx="715131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800">
                <a:latin typeface="Arial" panose="020B0604020202020204" pitchFamily="34" charset="0"/>
              </a:rPr>
              <a:t>Neighborhoods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need a safe, respectful online space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platforms (Facebook groups, </a:t>
            </a:r>
            <a:r>
              <a:rPr kumimoji="0" lang="en-US" altLang="en-US" sz="18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Nextdoor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often become toxic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Residents need a way to share updates without negativity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 between neighbors = confusing, scattered</a:t>
            </a:r>
          </a:p>
        </p:txBody>
      </p:sp>
    </p:spTree>
    <p:extLst>
      <p:ext uri="{BB962C8B-B14F-4D97-AF65-F5344CB8AC3E}">
        <p14:creationId xmlns:p14="http://schemas.microsoft.com/office/powerpoint/2010/main" val="4116294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511C7-69D1-A4E6-B677-5D8521471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Our Solution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23B790C-AAB4-0B99-08F4-A1DCF2D08F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539629"/>
            <a:ext cx="520206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moderated forum for neighborhoods &amp; cities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posting + commenting system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design with mobile responsiveness</a:t>
            </a:r>
          </a:p>
        </p:txBody>
      </p:sp>
    </p:spTree>
    <p:extLst>
      <p:ext uri="{BB962C8B-B14F-4D97-AF65-F5344CB8AC3E}">
        <p14:creationId xmlns:p14="http://schemas.microsoft.com/office/powerpoint/2010/main" val="15560641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a43f31d-6bf9-4132-b037-dd1c114d928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5CB8740FA9C8458E48E54EBA6F401B" ma:contentTypeVersion="6" ma:contentTypeDescription="Create a new document." ma:contentTypeScope="" ma:versionID="867b3a643af1582fa6e3da08e83c001b">
  <xsd:schema xmlns:xsd="http://www.w3.org/2001/XMLSchema" xmlns:xs="http://www.w3.org/2001/XMLSchema" xmlns:p="http://schemas.microsoft.com/office/2006/metadata/properties" xmlns:ns3="ea43f31d-6bf9-4132-b037-dd1c114d928e" targetNamespace="http://schemas.microsoft.com/office/2006/metadata/properties" ma:root="true" ma:fieldsID="f24247862026d6e00a61d560277b0166" ns3:_="">
    <xsd:import namespace="ea43f31d-6bf9-4132-b037-dd1c114d928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43f31d-6bf9-4132-b037-dd1c114d92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549EF49-2D44-42DB-9CDB-E69F3505D4F0}">
  <ds:schemaRefs>
    <ds:schemaRef ds:uri="ea43f31d-6bf9-4132-b037-dd1c114d928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69F221A1-0FF8-4E8C-9427-65753E5F5764}">
  <ds:schemaRefs>
    <ds:schemaRef ds:uri="ea43f31d-6bf9-4132-b037-dd1c114d92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3E778D6F-74EE-474A-BE14-12BF3BF3E0C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Moderated City Forum</vt:lpstr>
      <vt:lpstr>What Problem Are We Solving?</vt:lpstr>
      <vt:lpstr>Our Solution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Sam-uel Getahun</dc:creator>
  <cp:revision>2</cp:revision>
  <dcterms:created xsi:type="dcterms:W3CDTF">2025-11-24T06:28:19Z</dcterms:created>
  <dcterms:modified xsi:type="dcterms:W3CDTF">2025-11-24T07:35:20Z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0x010100605CB8740FA9C8458E48E54EBA6F401B</vt:lpwstr>
  </property>
</Properties>
</file>